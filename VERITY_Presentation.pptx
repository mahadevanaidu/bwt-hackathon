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5394960" y="822960"/>
            <a:ext cx="1371600" cy="1371600"/>
          </a:xfrm>
          <a:prstGeom prst="pentagon">
            <a:avLst/>
          </a:prstGeom>
          <a:solidFill>
            <a:srgbClr val="161C18"/>
          </a:solidFill>
          <a:ln w="19050">
            <a:solidFill>
              <a:srgbClr val="35D0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2000" kern="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verified.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80560" y="4343400"/>
            <a:ext cx="320040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466344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4663440"/>
            <a:ext cx="210312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663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0752" y="466344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4663440"/>
            <a:ext cx="210312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4663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466344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4663440"/>
            <a:ext cx="210312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4663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49056" y="466344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9056" y="4663440"/>
            <a:ext cx="210312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4663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·  Full-Stack Document Verification Platform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11512"/>
          </a:solidFill>
          <a:ln w="3810">
            <a:solidFill>
              <a:srgbClr val="272E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·  Trust, verified.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fraud is rampant — and verification is broken.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743200" cy="4572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degrees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per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14630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463040"/>
            <a:ext cx="2743200" cy="45720"/>
          </a:xfrm>
          <a:prstGeom prst="rect">
            <a:avLst/>
          </a:prstGeom>
          <a:solidFill>
            <a:srgbClr val="D4A435"/>
          </a:solidFill>
          <a:ln w="12700">
            <a:solidFill>
              <a:srgbClr val="D4A4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5361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73552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verify docs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4630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463040"/>
            <a:ext cx="2743200" cy="4572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5361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81344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resumé fraud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89136" y="14630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89136" y="1463040"/>
            <a:ext cx="2743200" cy="45720"/>
          </a:xfrm>
          <a:prstGeom prst="rect">
            <a:avLst/>
          </a:prstGeom>
          <a:solidFill>
            <a:srgbClr val="929A94"/>
          </a:solidFill>
          <a:ln w="12700">
            <a:solidFill>
              <a:srgbClr val="929A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15361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89136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systems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11338560" cy="3337560"/>
          </a:xfrm>
          <a:prstGeom prst="roundRect">
            <a:avLst>
              <a:gd name="adj" fmla="val 2740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632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429000"/>
            <a:ext cx="228600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566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certificates are easily forged with consumer design software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406908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023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verification leaks personally identifiable information to third parties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52628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480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public channel to confirm a credential is still active and valid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498348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937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is invisible — a cancelled license looks identical to a valid one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544068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394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proof that document data has not been modified after issuance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11512"/>
          </a:solidFill>
          <a:ln w="3810">
            <a:solidFill>
              <a:srgbClr val="272E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·  Trust, verified.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VERITY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cinematic, production-grade document verification platform built in 24 hours.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365760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554480" y="2331720"/>
            <a:ext cx="128016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issue documents with a unique cryptographic ID, a SHA-256 integrity hash over protected fields, and a QR code — all generated server-side in a single POST request.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417320"/>
            <a:ext cx="3657600" cy="45720"/>
          </a:xfrm>
          <a:prstGeom prst="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486400" y="2331720"/>
            <a:ext cx="128016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0560" y="2944368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scans the QR or visits the public URL. The server recalculates the integrity hash live and returns the real-time status — no login required, no sensitive data exposed.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41732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17320"/>
            <a:ext cx="3657600" cy="4572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9418320" y="2331720"/>
            <a:ext cx="128016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0" y="2944368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revoke. The next QR scan immediately reflects REVOKED — no stale cache, no workaround. Status is always computed server-side, never trusted from the client.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11512"/>
          </a:solidFill>
          <a:ln w="3810">
            <a:solidFill>
              <a:srgbClr val="272E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·  Trust, verified.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tools — chosen for correctness, not convenience.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657600" cy="5212080"/>
          </a:xfrm>
          <a:prstGeom prst="roundRect">
            <a:avLst>
              <a:gd name="adj" fmla="val 2500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365760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39112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93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(build + HMR)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35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570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782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Canvas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599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v5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120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(state)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687568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641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1371600"/>
            <a:ext cx="3657600" cy="5212080"/>
          </a:xfrm>
          <a:prstGeom prst="roundRect">
            <a:avLst>
              <a:gd name="adj" fmla="val 2500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1371600"/>
            <a:ext cx="3657600" cy="45720"/>
          </a:xfrm>
          <a:prstGeom prst="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1463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80560" y="2039112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993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256032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3081528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3035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+ MongoDB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3602736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35570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(auth)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0560" y="4123944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40782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4645152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4599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516636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5120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+ CORS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0560" y="5687568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5641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3.0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1371600"/>
            <a:ext cx="3657600" cy="5212080"/>
          </a:xfrm>
          <a:prstGeom prst="roundRect">
            <a:avLst>
              <a:gd name="adj" fmla="val 2500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1371600"/>
            <a:ext cx="3657600" cy="45720"/>
          </a:xfrm>
          <a:prstGeom prst="rect">
            <a:avLst/>
          </a:prstGeom>
          <a:solidFill>
            <a:srgbClr val="D4A435"/>
          </a:solidFill>
          <a:ln w="12700">
            <a:solidFill>
              <a:srgbClr val="D4A4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66760" y="1463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Integrity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412480" y="2039112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1993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 hash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12480" y="256032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recalculation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12480" y="3081528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35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Timing-safe comparison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12480" y="3602736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13648" y="35570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verification IDs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412480" y="4123944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13648" y="40782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→ public verify URL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412480" y="4645152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13648" y="4599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audit log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412480" y="5166360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3648" y="5120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history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412480" y="5687568"/>
            <a:ext cx="91440" cy="91440"/>
          </a:xfrm>
          <a:prstGeom prst="ellipse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5641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client-trusted status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11512"/>
          </a:solidFill>
          <a:ln w="3810">
            <a:solidFill>
              <a:srgbClr val="272E2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·  Trust, verified.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between public verification and authenticated administration.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54480"/>
            <a:ext cx="342900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TypeScript · Tailwind · Framer Motion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554480"/>
            <a:ext cx="3429000" cy="45720"/>
          </a:xfrm>
          <a:prstGeom prst="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642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0848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JWT · Validation · Rate Limit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58200" y="15544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1554480"/>
            <a:ext cx="3429000" cy="45720"/>
          </a:xfrm>
          <a:prstGeom prst="rect">
            <a:avLst/>
          </a:prstGeom>
          <a:solidFill>
            <a:srgbClr val="D4A435"/>
          </a:solidFill>
          <a:ln w="12700">
            <a:solidFill>
              <a:srgbClr val="D4A4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6642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20848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· Documents · Logs · Aggregations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67328" y="2231136"/>
            <a:ext cx="566928" cy="256032"/>
          </a:xfrm>
          <a:prstGeom prst="rightArrow">
            <a:avLst/>
          </a:prstGeom>
          <a:solidFill>
            <a:srgbClr val="272E29"/>
          </a:solidFill>
          <a:ln w="10160">
            <a:solidFill>
              <a:srgbClr val="35D0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36408" y="2231136"/>
            <a:ext cx="566928" cy="256032"/>
          </a:xfrm>
          <a:prstGeom prst="rightArrow">
            <a:avLst/>
          </a:prstGeom>
          <a:solidFill>
            <a:srgbClr val="272E29"/>
          </a:solidFill>
          <a:ln w="10160">
            <a:solidFill>
              <a:srgbClr val="35D0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46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11475720" cy="804672"/>
          </a:xfrm>
          <a:prstGeom prst="roundRect">
            <a:avLst>
              <a:gd name="adj" fmla="val 11364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03320"/>
            <a:ext cx="54864" cy="804672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40965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JWT issued → Manage documents (CRUD) → Revoke → Download QR code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11475720" cy="804672"/>
          </a:xfrm>
          <a:prstGeom prst="roundRect">
            <a:avLst>
              <a:gd name="adj" fmla="val 11364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663440"/>
            <a:ext cx="54864" cy="804672"/>
          </a:xfrm>
          <a:prstGeom prst="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709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Flow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50566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→ GET /api/verify/:id (no auth) → Server recalculates hash → Live 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5623560"/>
            <a:ext cx="11475720" cy="804672"/>
          </a:xfrm>
          <a:prstGeom prst="roundRect">
            <a:avLst>
              <a:gd name="adj" fmla="val 11364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5623560"/>
            <a:ext cx="54864" cy="804672"/>
          </a:xfrm>
          <a:prstGeom prst="rect">
            <a:avLst/>
          </a:prstGeom>
          <a:solidFill>
            <a:srgbClr val="D4A435"/>
          </a:solidFill>
          <a:ln w="12700">
            <a:solidFill>
              <a:srgbClr val="D4A4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5669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Flow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60167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verify: stored hash vs fresh hash → VALID / INTEGRITY_FAILED in &lt; 50ms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6492240"/>
            <a:ext cx="11475720" cy="365760"/>
          </a:xfrm>
          <a:prstGeom prst="roundRect">
            <a:avLst>
              <a:gd name="adj" fmla="val 25000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450592" y="65379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/documents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443984" y="65379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/documents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37376" y="65379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/documents/:id/revoke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430768" y="65379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/verify/:id  ← public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424160" y="65379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/stats/dashboard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11512"/>
          </a:solidFill>
          <a:ln w="3810">
            <a:solidFill>
              <a:srgbClr val="272E2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·  Trust, verified.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functional — no mocks, no placeholders, no fake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88920" cy="2304288"/>
          </a:xfrm>
          <a:prstGeom prst="roundRect">
            <a:avLst>
              <a:gd name="adj" fmla="val 3968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" y="21122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Intro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48716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particle field → 3D floating document with scan-line laser → timed logo reveal. 6–8s, skip button, respects prefers-reduced-motion.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417320"/>
            <a:ext cx="2788920" cy="2304288"/>
          </a:xfrm>
          <a:prstGeom prst="roundRect">
            <a:avLst>
              <a:gd name="adj" fmla="val 3968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417320"/>
            <a:ext cx="278892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55448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28416" y="21122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Registry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48716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with live search, filter by status &amp; type, sortable columns, server-side pagination. All queries hit real MongoDB.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417320"/>
            <a:ext cx="2788920" cy="2304288"/>
          </a:xfrm>
          <a:prstGeom prst="roundRect">
            <a:avLst>
              <a:gd name="adj" fmla="val 3968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417320"/>
            <a:ext cx="2788920" cy="45720"/>
          </a:xfrm>
          <a:prstGeom prst="rect">
            <a:avLst/>
          </a:prstGeom>
          <a:solidFill>
            <a:srgbClr val="D4A435"/>
          </a:solidFill>
          <a:ln w="12700">
            <a:solidFill>
              <a:srgbClr val="D4A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55448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72784" y="21122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248716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hash over 7 protected fields. Recalculated on every verify. Timing-safe buffer comparison prevents oracle attacks.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07424" y="1417320"/>
            <a:ext cx="2788920" cy="2304288"/>
          </a:xfrm>
          <a:prstGeom prst="roundRect">
            <a:avLst>
              <a:gd name="adj" fmla="val 3968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07424" y="1417320"/>
            <a:ext cx="2788920" cy="45720"/>
          </a:xfrm>
          <a:prstGeom prst="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07424" y="155448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17152" y="21122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17152" y="248716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a unique QR pointing to /verify/:id. Public, no login. Reflects live revocation status on every scan.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2788920" cy="2304288"/>
          </a:xfrm>
          <a:prstGeom prst="roundRect">
            <a:avLst>
              <a:gd name="adj" fmla="val 3968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886200"/>
            <a:ext cx="2788920" cy="4572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2336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84048" y="458114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Revocation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" y="495604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clicks Revoke → next QR scan shows REVOKED immediately. Status always computed server-side — impossible to bypass.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18688" y="3886200"/>
            <a:ext cx="2788920" cy="2304288"/>
          </a:xfrm>
          <a:prstGeom prst="roundRect">
            <a:avLst>
              <a:gd name="adj" fmla="val 3968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18688" y="3886200"/>
            <a:ext cx="278892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402336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328416" y="458114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28416" y="495604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MongoDB aggregations: total, valid, revoked, expired, expiring-soon, 14-day verification trend chart, recent activity.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63056" y="3886200"/>
            <a:ext cx="2788920" cy="2304288"/>
          </a:xfrm>
          <a:prstGeom prst="roundRect">
            <a:avLst>
              <a:gd name="adj" fmla="val 3968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3886200"/>
            <a:ext cx="2788920" cy="45720"/>
          </a:xfrm>
          <a:prstGeom prst="rect">
            <a:avLst/>
          </a:prstGeom>
          <a:solidFill>
            <a:srgbClr val="D4A435"/>
          </a:solidFill>
          <a:ln w="12700">
            <a:solidFill>
              <a:srgbClr val="D4A4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402336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72784" y="458114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72784" y="495604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12-round hashing. JWT with 7-day expiry. Role-based access control. Auth and verify routes rate-limited independently.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07424" y="3886200"/>
            <a:ext cx="2788920" cy="2304288"/>
          </a:xfrm>
          <a:prstGeom prst="roundRect">
            <a:avLst>
              <a:gd name="adj" fmla="val 3968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07424" y="3886200"/>
            <a:ext cx="2788920" cy="45720"/>
          </a:xfrm>
          <a:prstGeom prst="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07424" y="402336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217152" y="458114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17152" y="4956048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OpenAPI 3.0 spec auto-generated. Available at /api-docs. All 12 endpoints documented with request and response schemas.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11512"/>
          </a:solidFill>
          <a:ln w="3810">
            <a:solidFill>
              <a:srgbClr val="272E2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·  Trust, verified.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 — every step connects to real MongoDB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715000" cy="1097280"/>
          </a:xfrm>
          <a:prstGeom prst="roundRect">
            <a:avLst>
              <a:gd name="adj" fmla="val 8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54864" cy="1097280"/>
          </a:xfrm>
          <a:prstGeom prst="round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673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4712" y="1536192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Intro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" y="19110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coalesce → 3D document forms with scan-line → VERITY logo reveals → seamless app transition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715000" cy="1097280"/>
          </a:xfrm>
          <a:prstGeom prst="roundRect">
            <a:avLst>
              <a:gd name="adj" fmla="val 8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17320"/>
            <a:ext cx="54864" cy="1097280"/>
          </a:xfrm>
          <a:prstGeom prst="round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16733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14032" y="1536192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4032" y="19110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admin@verity.dev · JWT issued · Role-based sidebar · Dashboard loads live aggregate stats from MongoDB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79192"/>
            <a:ext cx="5715000" cy="1097280"/>
          </a:xfrm>
          <a:prstGeom prst="roundRect">
            <a:avLst>
              <a:gd name="adj" fmla="val 8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79192"/>
            <a:ext cx="54864" cy="1097280"/>
          </a:xfrm>
          <a:prstGeom prst="round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293522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935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4712" y="279806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" y="31729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seeded docs · verification trend chart (14 days) · expiring-soon alerts · real MongoDB aggregations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679192"/>
            <a:ext cx="5715000" cy="1097280"/>
          </a:xfrm>
          <a:prstGeom prst="roundRect">
            <a:avLst>
              <a:gd name="adj" fmla="val 8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679192"/>
            <a:ext cx="54864" cy="1097280"/>
          </a:xfrm>
          <a:prstGeom prst="round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293522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2935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14032" y="279806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Document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14032" y="31729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 → POST /api/documents → SHA-256 hash computed → QR generated server-side → stored in MongoDB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941064"/>
            <a:ext cx="5715000" cy="1097280"/>
          </a:xfrm>
          <a:prstGeom prst="roundRect">
            <a:avLst>
              <a:gd name="adj" fmla="val 8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941064"/>
            <a:ext cx="54864" cy="1097280"/>
          </a:xfrm>
          <a:prstGeom prst="round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" y="41970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4197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4712" y="4059936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 →  VALID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24712" y="44348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/verify/:id in any browser (no login) → server recalculates hash → returns VALID + integrity verified ✓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3941064"/>
            <a:ext cx="5715000" cy="1097280"/>
          </a:xfrm>
          <a:prstGeom prst="roundRect">
            <a:avLst>
              <a:gd name="adj" fmla="val 8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941064"/>
            <a:ext cx="54864" cy="1097280"/>
          </a:xfrm>
          <a:prstGeom prst="round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73952" y="41970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4197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14032" y="4059936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Document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14032" y="44348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Revoke in the admin dashboard → status updated → revokedBy + revokedAt + reason recorded in DB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5202936"/>
            <a:ext cx="5715000" cy="1097280"/>
          </a:xfrm>
          <a:prstGeom prst="roundRect">
            <a:avLst>
              <a:gd name="adj" fmla="val 8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5202936"/>
            <a:ext cx="54864" cy="1097280"/>
          </a:xfrm>
          <a:prstGeom prst="round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" y="54589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24712" y="5321808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 →  REVOKED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24712" y="569671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URL, same QR code → server returns REVOKED with timestamp and reason. Instant. No cache to clear.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09360" y="5202936"/>
            <a:ext cx="5715000" cy="1097280"/>
          </a:xfrm>
          <a:prstGeom prst="roundRect">
            <a:avLst>
              <a:gd name="adj" fmla="val 8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5202936"/>
            <a:ext cx="54864" cy="1097280"/>
          </a:xfrm>
          <a:prstGeom prst="roundRect">
            <a:avLst/>
          </a:prstGeom>
          <a:solidFill>
            <a:srgbClr val="D4A435"/>
          </a:solidFill>
          <a:ln w="12700">
            <a:solidFill>
              <a:srgbClr val="D4A4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73952" y="54589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14032" y="5321808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Tamper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114032" y="569671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the hash directly in MongoDB → next verify returns INTEGRITY FAILED — tamper detection live on stage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11512"/>
          </a:solidFill>
          <a:ln w="3810">
            <a:solidFill>
              <a:srgbClr val="272E2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·  Trust, verified.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VERITY Wins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judges who know the difference between a demo and a product.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74320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2267712"/>
            <a:ext cx="109728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33172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743200"/>
            <a:ext cx="25420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talks to a real Express API.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and retrieves live data.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mocks. No fake charts. No localStorage.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41732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417320"/>
            <a:ext cx="2743200" cy="45720"/>
          </a:xfrm>
          <a:prstGeom prst="rect">
            <a:avLst/>
          </a:prstGeom>
          <a:solidFill>
            <a:srgbClr val="7B8FE8"/>
          </a:solidFill>
          <a:ln w="12700">
            <a:solidFill>
              <a:srgbClr val="7B8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050792" y="2267712"/>
            <a:ext cx="109728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33172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Quality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743200"/>
            <a:ext cx="25420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particles, floating 3D document,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logo reveal, seamless transition.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a product launch, not a hackathon.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35624" y="141732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35624" y="1417320"/>
            <a:ext cx="2743200" cy="45720"/>
          </a:xfrm>
          <a:prstGeom prst="rect">
            <a:avLst/>
          </a:prstGeom>
          <a:solidFill>
            <a:srgbClr val="D4A435"/>
          </a:solidFill>
          <a:ln w="12700">
            <a:solidFill>
              <a:srgbClr val="D4A4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6958584" y="2267712"/>
            <a:ext cx="109728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233172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Security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5352" y="2743200"/>
            <a:ext cx="25420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timing-safe comparison.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12-round hashing.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CORS, Helmet on every route.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3416" y="141732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111512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43416" y="1417320"/>
            <a:ext cx="274320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43416" y="1554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866376" y="2267712"/>
            <a:ext cx="1097280" cy="36576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3144" y="2331720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53144" y="2743200"/>
            <a:ext cx="25420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 throughout.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28/28 tests passing (Vitest + Jest).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 at /api-docs.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983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0474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320040" y="5641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built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27832" y="4983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7832" y="50474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3227832" y="5641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35624" y="4983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35624" y="50474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135624" y="5641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43416" y="4983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43416" y="50474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9043416" y="5641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MongoDB data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26080" y="6199632"/>
            <a:ext cx="6309360" cy="457200"/>
          </a:xfrm>
          <a:prstGeom prst="roundRect">
            <a:avLst>
              <a:gd name="adj" fmla="val 20000"/>
            </a:avLst>
          </a:prstGeom>
          <a:solidFill>
            <a:srgbClr val="161C18"/>
          </a:solidFill>
          <a:ln w="6350">
            <a:solidFill>
              <a:srgbClr val="272E2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6199632"/>
            <a:ext cx="6309360" cy="45720"/>
          </a:xfrm>
          <a:prstGeom prst="rect">
            <a:avLst/>
          </a:prstGeom>
          <a:solidFill>
            <a:srgbClr val="35D07F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624535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   ·   admin@verity.dev   ·   Verity@Admin2024!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11512"/>
          </a:solidFill>
          <a:ln w="3810">
            <a:solidFill>
              <a:srgbClr val="272E2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 ·  Trust, verified.  ·  Hackathon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2026-10-10T02:29:31Z</dcterms:created>
  <dcterms:modified xsi:type="dcterms:W3CDTF">2026-10-10T02:29:31Z</dcterms:modified>
</cp:coreProperties>
</file>